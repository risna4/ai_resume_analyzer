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453CC-C7A0-3145-8C66-F2D74EFB8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C0EAD-356A-5A45-33B1-906A6B5F6E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AB086-CD63-D443-A689-827D24FAE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9DC2-D6B4-453A-83DD-F7A1DA3D19DC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652EC-62EE-0D87-4D56-44B167A19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7031A-3AE1-E130-F63B-FBC05DA62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FDB45-BDE4-4C28-AC8E-6B3985205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958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9D14B-522B-DA4E-70FC-93AEEAC45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66569-F87D-9A48-EBCD-D84413D98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CBF29-5640-4485-94AF-2E339BBE4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9DC2-D6B4-453A-83DD-F7A1DA3D19DC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A9EA9-D78F-BE77-3C1D-DBC26CA23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853DA-AD8E-0CDE-E698-E0640037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FDB45-BDE4-4C28-AC8E-6B3985205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261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9243-1C9B-18DD-0743-B102D2B97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F9AEC-1E44-60EB-1160-AF5C9F0DC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85A35-8D35-079D-6938-C9F74A860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9DC2-D6B4-453A-83DD-F7A1DA3D19DC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CF51C-87C1-9BEB-E47D-781C2035F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8E93D-613F-48ED-CF3B-447CB24D8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FDB45-BDE4-4C28-AC8E-6B3985205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108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4F4B8-FE7F-FEBB-E273-93F9E961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BAC3C-C875-C21E-DACC-B8E7BF9EDD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2715FF-DF5D-B957-93D2-D2C448DBDD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5C032-36B8-F2B8-0718-3327B52DD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9DC2-D6B4-453A-83DD-F7A1DA3D19DC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367F5-EDEB-219D-E228-375578E77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A5FC0-E6E7-3452-BFE0-8575BF793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FDB45-BDE4-4C28-AC8E-6B3985205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771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E172-214F-F7D8-5589-5D1320BC4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D16C9-CB79-4BD4-653C-B82F43FCC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E6D268-169D-91C7-CE81-6602A1E9B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5B9A10-BC6D-5316-FE77-351079F5E4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4D9C87-A7B6-9EC6-27AF-E5DAD9C968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C01B1E-88CF-A992-CCEB-11F503771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9DC2-D6B4-453A-83DD-F7A1DA3D19DC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FB04A1-432D-E2D9-4FA3-C765D5FA0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4B5FC5-2FFD-AC83-D7EB-FF432392F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FDB45-BDE4-4C28-AC8E-6B3985205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009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F751C-1B29-1BBD-0E30-B82F4916A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3873DD-F973-0FDD-7FB9-7C1164AF4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9DC2-D6B4-453A-83DD-F7A1DA3D19DC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B6131D-0FFB-9590-E3AD-DCD6BB67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2AA885-261D-264C-515F-2596F46E5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FDB45-BDE4-4C28-AC8E-6B3985205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24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E4AC39-B06A-76BD-356E-80EAC26B3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9DC2-D6B4-453A-83DD-F7A1DA3D19DC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15E8D4-C6C8-1CCE-3B95-168627216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C1B0B-0E42-7B6B-CE17-D4DADDA86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FDB45-BDE4-4C28-AC8E-6B3985205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074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7B100-28C2-9D3D-54AC-9E6E169F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FB9A9-9410-A772-3AD2-E9CD64965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EEE896-E19A-685C-46B9-E3BA824DF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3099E-7D9E-07A8-25ED-9D4B00AC5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9DC2-D6B4-453A-83DD-F7A1DA3D19DC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BBD26-8C28-2784-1D2F-CD61F8CAE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6467D5-E782-40C1-6DB5-48CAEECD7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FDB45-BDE4-4C28-AC8E-6B3985205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402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108AE-4BA3-E7F0-EB15-F2CC52CF8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FA270-E936-1E4C-239A-EF7BB0D983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6806DA-EB57-58E4-710B-B9767CBB5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7B747-55C4-FA19-1A38-49A590878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9DC2-D6B4-453A-83DD-F7A1DA3D19DC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BE918-E8D0-1CC0-2D42-8CAA3FA0F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C4B9A-313A-213A-FA89-1AD530A5C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FDB45-BDE4-4C28-AC8E-6B3985205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649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A2626-F31D-2C8E-A8D6-DC18AD99C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45F0B5-2EE5-544B-C303-FDBA9FE45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7148A-D9E0-6D65-160E-3F4E9631B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9DC2-D6B4-453A-83DD-F7A1DA3D19DC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4AA56-2545-EFE2-32E5-292F59830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A1D02-9ECA-08D2-E842-F130D68FD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FDB45-BDE4-4C28-AC8E-6B3985205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337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652286-3F27-FB3B-7021-E95064E96C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6AD8A5-AF7D-0480-A166-D4D0A4E49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E013F-FBEB-6B21-4416-1C46E71C1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9DC2-D6B4-453A-83DD-F7A1DA3D19DC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1B1A1-B2E2-E28A-CEB6-6751B31E5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A8B91-39E9-98B8-5E2E-C0501BA83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FDB45-BDE4-4C28-AC8E-6B3985205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404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0D9DF0-44A1-6292-EB73-D32D5C09A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FDAB5-7ECE-8FA5-59CC-D793F0D68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C6B8A-C52E-36FC-35C5-7756A6268D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A9DC2-D6B4-453A-83DD-F7A1DA3D19DC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5354F-0099-57D0-6748-9EE2CA193B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B833B-7447-2118-80FC-A25E084A64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FDB45-BDE4-4C28-AC8E-6B3985205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78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1EB69-5D21-7F33-CDBE-930642F65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025370"/>
          </a:xfrm>
        </p:spPr>
        <p:txBody>
          <a:bodyPr>
            <a:noAutofit/>
          </a:bodyPr>
          <a:lstStyle/>
          <a:p>
            <a:r>
              <a:rPr lang="en-IN" sz="1800" b="1" dirty="0"/>
              <a:t>Resume Upload</a:t>
            </a:r>
            <a:br>
              <a:rPr lang="en-IN" sz="1800" b="1" dirty="0"/>
            </a:br>
            <a:r>
              <a:rPr lang="en-IN" sz="1800" b="1" dirty="0"/>
              <a:t>(PDF / DOCX)</a:t>
            </a:r>
            <a:br>
              <a:rPr lang="en-IN" sz="1800" b="1" dirty="0"/>
            </a:br>
            <a:r>
              <a:rPr lang="en-IN" sz="1800" b="1" dirty="0"/>
              <a:t>      ↓</a:t>
            </a:r>
            <a:br>
              <a:rPr lang="en-IN" sz="1800" b="1" dirty="0"/>
            </a:br>
            <a:r>
              <a:rPr lang="en-IN" sz="1800" b="1" dirty="0"/>
              <a:t>Text Extraction</a:t>
            </a:r>
            <a:br>
              <a:rPr lang="en-IN" sz="1800" b="1" dirty="0"/>
            </a:br>
            <a:r>
              <a:rPr lang="en-IN" sz="1800" b="1" dirty="0"/>
              <a:t>      ↓</a:t>
            </a:r>
            <a:br>
              <a:rPr lang="en-IN" sz="1800" b="1" dirty="0"/>
            </a:br>
            <a:r>
              <a:rPr lang="en-IN" sz="1800" b="1" dirty="0"/>
              <a:t>Text Cleaning</a:t>
            </a:r>
            <a:br>
              <a:rPr lang="en-IN" sz="1800" b="1" dirty="0"/>
            </a:br>
            <a:r>
              <a:rPr lang="en-IN" sz="1800" b="1" dirty="0"/>
              <a:t>      ↓</a:t>
            </a:r>
            <a:br>
              <a:rPr lang="en-IN" sz="1800" b="1" dirty="0"/>
            </a:br>
            <a:r>
              <a:rPr lang="en-IN" sz="1800" b="1" dirty="0"/>
              <a:t>Skill Extraction</a:t>
            </a:r>
            <a:br>
              <a:rPr lang="en-IN" sz="1800" b="1" dirty="0"/>
            </a:br>
            <a:r>
              <a:rPr lang="en-IN" sz="1800" b="1" dirty="0"/>
              <a:t>      ↓</a:t>
            </a:r>
            <a:br>
              <a:rPr lang="en-IN" sz="1800" b="1" dirty="0"/>
            </a:br>
            <a:r>
              <a:rPr lang="en-IN" sz="1800" b="1" dirty="0"/>
              <a:t>TF-IDF Vectorization</a:t>
            </a:r>
            <a:br>
              <a:rPr lang="en-IN" sz="1800" b="1" dirty="0"/>
            </a:br>
            <a:r>
              <a:rPr lang="en-IN" sz="1800" b="1" dirty="0"/>
              <a:t>      ↓</a:t>
            </a:r>
            <a:br>
              <a:rPr lang="en-IN" sz="1800" b="1" dirty="0"/>
            </a:br>
            <a:r>
              <a:rPr lang="en-IN" sz="1800" b="1" dirty="0"/>
              <a:t>Cosine Similarity</a:t>
            </a:r>
            <a:br>
              <a:rPr lang="en-IN" sz="1800" b="1" dirty="0"/>
            </a:br>
            <a:r>
              <a:rPr lang="en-IN" sz="1800" b="1" dirty="0"/>
              <a:t>      ↓</a:t>
            </a:r>
            <a:br>
              <a:rPr lang="en-IN" sz="1800" b="1" dirty="0"/>
            </a:br>
            <a:r>
              <a:rPr lang="en-IN" sz="1800" b="1" dirty="0"/>
              <a:t>Job Role Matching</a:t>
            </a:r>
            <a:br>
              <a:rPr lang="en-IN" sz="1800" b="1" dirty="0"/>
            </a:br>
            <a:r>
              <a:rPr lang="en-IN" sz="1800" b="1" dirty="0"/>
              <a:t>      ↓</a:t>
            </a:r>
            <a:br>
              <a:rPr lang="en-IN" sz="1800" b="1" dirty="0"/>
            </a:br>
            <a:r>
              <a:rPr lang="en-IN" sz="1800" b="1" dirty="0"/>
              <a:t>Top 3 Job Roles</a:t>
            </a:r>
            <a:br>
              <a:rPr lang="en-IN" sz="1800" b="1" dirty="0"/>
            </a:br>
            <a:r>
              <a:rPr lang="en-IN" sz="1800" b="1" dirty="0"/>
              <a:t>      ↓</a:t>
            </a:r>
            <a:br>
              <a:rPr lang="en-IN" sz="1800" b="1" dirty="0"/>
            </a:br>
            <a:r>
              <a:rPr lang="en-IN" sz="1800" b="1" dirty="0"/>
              <a:t>Skill Gap Analysis</a:t>
            </a:r>
            <a:br>
              <a:rPr lang="en-IN" sz="1800" b="1" dirty="0"/>
            </a:br>
            <a:r>
              <a:rPr lang="en-IN" sz="1800" b="1" dirty="0"/>
              <a:t>      ↓</a:t>
            </a:r>
            <a:br>
              <a:rPr lang="en-IN" sz="1800" b="1" dirty="0"/>
            </a:br>
            <a:r>
              <a:rPr lang="en-IN" sz="1800" b="1" dirty="0"/>
              <a:t>Learning Roadmap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43221E-389A-762A-8C0C-FF58C73256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0800000" flipV="1">
            <a:off x="1524000" y="5257799"/>
            <a:ext cx="9144000" cy="1032933"/>
          </a:xfrm>
        </p:spPr>
        <p:txBody>
          <a:bodyPr/>
          <a:lstStyle/>
          <a:p>
            <a:r>
              <a:rPr lang="en-IN" dirty="0"/>
              <a:t>Technologies </a:t>
            </a:r>
            <a:r>
              <a:rPr lang="en-IN" dirty="0" err="1"/>
              <a:t>Used:Python</a:t>
            </a:r>
            <a:r>
              <a:rPr lang="en-IN" dirty="0"/>
              <a:t> | </a:t>
            </a:r>
            <a:r>
              <a:rPr lang="en-IN" dirty="0" err="1"/>
              <a:t>Streamlit</a:t>
            </a:r>
            <a:r>
              <a:rPr lang="en-IN" dirty="0"/>
              <a:t> | Pandas | Scikit-learn | </a:t>
            </a:r>
            <a:r>
              <a:rPr lang="en-IN" dirty="0" err="1"/>
              <a:t>PyPDF</a:t>
            </a:r>
            <a:r>
              <a:rPr lang="en-IN" dirty="0"/>
              <a:t> | python-docx</a:t>
            </a:r>
          </a:p>
        </p:txBody>
      </p:sp>
    </p:spTree>
    <p:extLst>
      <p:ext uri="{BB962C8B-B14F-4D97-AF65-F5344CB8AC3E}">
        <p14:creationId xmlns:p14="http://schemas.microsoft.com/office/powerpoint/2010/main" val="1463910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Resume Upload (PDF / DOCX)       ↓ Text Extraction       ↓ Text Cleaning       ↓ Skill Extraction       ↓ TF-IDF Vectorization       ↓ Cosine Similarity       ↓ Job Role Matching       ↓ Top 3 Job Roles       ↓ Skill Gap Analysis       ↓ Learning Roadmap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Risna Jaleel</dc:creator>
  <cp:lastModifiedBy>Risna Jaleel</cp:lastModifiedBy>
  <cp:revision>1</cp:revision>
  <dcterms:created xsi:type="dcterms:W3CDTF">2026-09-23T06:15:50Z</dcterms:created>
  <dcterms:modified xsi:type="dcterms:W3CDTF">2026-09-23T06:15:50Z</dcterms:modified>
</cp:coreProperties>
</file>